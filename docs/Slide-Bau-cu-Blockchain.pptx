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1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Bầu cử minh bạch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trên Blockchain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4 smart contract: Ứng viên · Cử tri · Lịch bầu cử · Bỏ phiếu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trên Remix VM  |  Nhóm ...  |  GVHD ...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nạn của bầu cử hiện nay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C8503C"/>
          </a:solidFill>
          <a:ln w="12700">
            <a:solidFill>
              <a:srgbClr val="C85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kiểm chứng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019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 tri chỉ tin vào ban kiểm phiếu, không tự kiểm tra được phiếu của mình có được tính không.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C8503C"/>
          </a:solidFill>
          <a:ln w="12700">
            <a:solidFill>
              <a:srgbClr val="C850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Dễ bị can thiệp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9019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nằm ở một nơi, người có quyền truy cập có thể sửa danh sách hoặc kết quả mà khó bị phát hiện.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C8503C"/>
          </a:solidFill>
          <a:ln w="12700">
            <a:solidFill>
              <a:srgbClr val="C850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Chậm và tốn kém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935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Kiểm, tổng hợp và đối soát thủ công qua nhiều tầng, nhiều người, dễ sai sót.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C8503C"/>
          </a:solidFill>
          <a:ln w="12700">
            <a:solidFill>
              <a:srgbClr val="C850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Niềm tin suy giảm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5935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kết quả không thể kiểm tra độc lập, mọi tranh cãi đều khó khép lại.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giải quyết gì?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Bất biến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01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đã ghi không sửa được. Sau khi khoá, ngay cả admin cũng không đổi được ứng viên.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khai kiểm chứng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901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cũng đọc được kết quả và lịch sử giao dịch, tự đối chiếu mà không cần tin ai.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Luật chạy bằng code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935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ví một phiếu, chỉ ví đã đăng ký được bầu, tự đóng khi hết giờ. Không ai "thông cảm" bỏ qua luật.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sửa lén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5935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sót chỉ xử lý ở giai đoạn chuẩn bị. Sau khi bắt đầu chỉ còn hành động công khai.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vòng đời một cuộc bầu cử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54480"/>
            <a:ext cx="548640" cy="548640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Khởi tạo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4 contract,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contract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93392" y="2377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121408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328" y="1554480"/>
            <a:ext cx="548640" cy="548640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2432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viên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/ sửa / xoá,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rồi khoá danh sách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12848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377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85616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8536" y="1554480"/>
            <a:ext cx="548640" cy="548640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8853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3877056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Cử tri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ký, gỡ nếu nhầm,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thời lượng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77056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21808" y="2377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49824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52744" y="155448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5274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7" name="Text 25"/>
          <p:cNvSpPr txBox="1"/>
          <p:nvPr/>
        </p:nvSpPr>
        <p:spPr>
          <a:xfrm>
            <a:off x="5541264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Bỏ phiếu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541264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bầu cử,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 tri bỏ phiếu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541264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Cử tri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86016" y="2377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114032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16952" y="1554480"/>
            <a:ext cx="548640" cy="548640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1695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2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205472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 giờ tự đóng,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cũng đọc được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205472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khai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không quay lại: khoá danh sách ứng viên và mở bầu cử. Từ đó dữ liệu chỉ tăng, không sửa.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4206240"/>
          </a:xfrm>
          <a:prstGeom prst="roundRect">
            <a:avLst>
              <a:gd name="adj" fmla="val 384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8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Khởi tạo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4 contract và nối chúng thành một hệ thống.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Admin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bước 1–7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457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gì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868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A, B, C, 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thứ tự: Scheduler, Candidate, Registry, Core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setDependencies(B, C)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bầu cử biết contract ứng viên và cử tri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874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setVotingCore(D)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định nơi duy nhất được cộng phiếu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127248"/>
            <a:ext cx="201168" cy="201168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đảm bảo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rỗng bị từ chối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khoá danh sách, Core không đổi được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setDependencies chỉ chạy khi chưa bắt đầu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127248"/>
            <a:ext cx="201168" cy="20116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Nhập sai thì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sai địa chỉ: gọi lại hàm với địa chỉ đúng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phép cho tới khi khoá danh sách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votingCoreAddress() với 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4206240"/>
          </a:xfrm>
          <a:prstGeom prst="roundRect">
            <a:avLst>
              <a:gd name="adj" fmla="val 384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8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viên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danh sách ứng viên rồi khoá lại.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Admin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bước 8–11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457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gì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868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addCandidate(tên, đảng, mô tả)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ứng viên, số phiếu bắt đầu từ 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updateCandidate / deleteCandidate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hoặc xoá mềm (ẩn, không xoá khỏi mảng)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874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lockCandidates()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vĩnh viễn, không có hàm mở khoá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127248"/>
            <a:ext cx="201168" cy="201168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đảm bảo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cần ≥ 1 ứng viên và đã setVotingCore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khoá: thêm, sửa, xoá đều bị revert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admin được thao tác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127248"/>
            <a:ext cx="201168" cy="20116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Nhập sai thì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khoá: sửa hoặc xoá thoải mái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nhầm: không đảo ngược, deploy lại (khoảng 1 phút)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4206240"/>
          </a:xfrm>
          <a:prstGeom prst="roundRect">
            <a:avLst>
              <a:gd name="adj" fmla="val 384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8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Cử tri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danh sách ví được quyền bầu và đặt thời lượng.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Admin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bước 12–15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457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gì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868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registerVoter(ví)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một cử tri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batchRegisterVoters([ví])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nhiều ví trong một giao dịch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874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removeVoter(ví)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Gỡ cử tri đăng ký nhầm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3774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setElectionDuration(giây)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3600 = 1 tiếng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3127248"/>
            <a:ext cx="201168" cy="201168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đảm bảo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đăng ký, gỡ trước khi bầu cử bắt đầu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nhận ví rỗng hoặc ví trùng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lượng phải lớn hơn 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127248"/>
            <a:ext cx="201168" cy="20116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Nhập sai thì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nhầm: removeVoter, totalVoters tự giảm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sai thời lượng: gọi lại trước khi bắt đầu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4206240"/>
          </a:xfrm>
          <a:prstGeom prst="roundRect">
            <a:avLst>
              <a:gd name="adj" fmla="val 384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8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Bỏ phiếu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bầu cử và cử tri bỏ phiếu, admin không can thiệp được.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Admin mở, cử tri bầu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bước 16–24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457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gì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868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startElection()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ngay, tự đóng sau thời lượng đã đặt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vote(id ứng viên)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một phiếu, phát sự kiện Voted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874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thử gian lận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ứng viên, cộng phiếu, đổi cử tri đều revert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127248"/>
            <a:ext cx="201168" cy="201168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đảm bảo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bầu cử cần: đã khoá, có ứng viên, có cử tri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 ví đã đăng ký, đang trong giờ, chưa bầu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VotingCore mới cộng được phiếu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127248"/>
            <a:ext cx="201168" cy="20116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Nhập sai thì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sửa lén khi đang bầu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sai sót: endElection() công khai rồi mở vòng mới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4206240"/>
          </a:xfrm>
          <a:prstGeom prst="roundRect">
            <a:avLst>
              <a:gd name="adj" fmla="val 384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8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bầu cử và công bố kết quả cho mọi người.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Công khai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bước 25–27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457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gì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868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endElection()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Tuỳ chọn: admin kết thúc sớm, có sự kiện công khai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currentState()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chưa bắt đầu, 1 đang bầu, 2 đã kết thúc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874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getAllCandidates(), totalVotesCast()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quả, không cần quyền gì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127248"/>
            <a:ext cx="201168" cy="201168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đảm bảo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 giờ là tự đóng, không cần admin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đóng, vote bị revert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cũng đọc và kiểm chứng được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127248"/>
            <a:ext cx="201168" cy="20116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84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Nhập sai thì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290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bầu lại: deploy vòng mới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vòng cũ vẫn còn công khai trên chain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đồ án đến sản phẩm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1: Hoàn thiện lõi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contract + bộ test đầy đủ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toán bảo mật độc lập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testnet công khai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hướng dẫn vận hành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2344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4408" y="123444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1568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2: Ứng dụng web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103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dApp: đăng ký, bỏ phiếu, xem kết quả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ví, thông báo sự kiện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cuộc bầu cử song song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kiểm chứng công khai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71616" y="12344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1616" y="123444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8776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3: Nền tảng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103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 số xác thực cử tri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phiếu ẩn danh (ZK-proof)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riêng hoặc L2 chi phí thấp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cho tổ chức: trường, hội, doanh nghiệp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hạn hiện tại và kết luận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Nói thẳng về giới hạn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quyết định ai được đăng ký và có thể kết thúc sớm: đây là giả định tin cậy của thiết kế.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ví và lá phiếu là công khai, chưa ẩn danh.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chỉ biết địa chỉ ví, chưa xác thực danh tính thật.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18872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hệ thống đảm bảo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8745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ai sửa được ứng viên hay cộng phiếu giữa cuộc bầu, kể cả admin.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cử tri một phiếu, ai cũng kiểm tra được kết quả.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và các bạn đã lắng nghe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2026-09-28T05:09:29Z</dcterms:created>
  <dcterms:modified xsi:type="dcterms:W3CDTF">2026-09-28T05:09:29Z</dcterms:modified>
</cp:coreProperties>
</file>